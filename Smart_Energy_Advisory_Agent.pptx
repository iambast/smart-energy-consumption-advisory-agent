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2834640" cy="256032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2C39A"/>
                </a:solidFill>
              </a:rPr>
              <a:t>⚡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AB9"/>
                </a:solidFill>
              </a:rPr>
              <a:t>CS336 – AIML  |  B.Tech VI Sem  |  CSE Section-C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spc="50" kern="0" dirty="0">
                <a:solidFill>
                  <a:srgbClr val="FFFFFF"/>
                </a:solidFill>
              </a:rPr>
              <a:t>Smart Energy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spc="50" kern="0" dirty="0">
                <a:solidFill>
                  <a:srgbClr val="FFFFFF"/>
                </a:solidFill>
              </a:rPr>
              <a:t>Consumption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spc="50" kern="0" dirty="0">
                <a:solidFill>
                  <a:srgbClr val="FFFFFF"/>
                </a:solidFill>
              </a:rPr>
              <a:t>Advisory Agent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An AI-powered household energy analysis and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recommendation system using unsupervised 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617720"/>
            <a:ext cx="877824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Aarush Kumar Jha (Btech/10544/23)  |  Purvansh Srivastava (Btech/10602/23)  |  Utkarsh Chitransh (Btech/10676/23)  |  Aryan Ambast (Btech/10708/23)  |  Shree Shivam (Btech/10749/23)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B"/>
                </a:solidFill>
              </a:rPr>
              <a:t>Households lack visibility into their energy usage patterns. Without intelligent analysis, consumption peaks go undetected, bills remain high, and sustainability goals are missed.
</a:t>
            </a:r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Goal: </a:t>
            </a:r>
            <a:pPr algn="l" indent="0" marL="0">
              <a:buNone/>
            </a:pPr>
            <a:r>
              <a:rPr lang="en-US" sz="1300" dirty="0">
                <a:solidFill>
                  <a:srgbClr val="1A2E3B"/>
                </a:solidFill>
              </a:rPr>
              <a:t>Develop an AI agent that analyses smart meter data and suggests efficiency improvements.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0233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60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65A82"/>
                </a:solidFill>
              </a:rPr>
              <a:t>🏠  </a:t>
            </a:r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Residential energy monitoring
</a:t>
            </a:r>
            <a:pPr algn="l" indent="0" marL="0">
              <a:buNone/>
            </a:pPr>
            <a:r>
              <a:rPr lang="en-US" sz="1300" dirty="0">
                <a:solidFill>
                  <a:srgbClr val="065A82"/>
                </a:solidFill>
              </a:rPr>
              <a:t>⚡  </a:t>
            </a:r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Utility demand-side management
</a:t>
            </a:r>
            <a:pPr algn="l" indent="0" marL="0">
              <a:buNone/>
            </a:pPr>
            <a:r>
              <a:rPr lang="en-US" sz="1300" dirty="0">
                <a:solidFill>
                  <a:srgbClr val="065A82"/>
                </a:solidFill>
              </a:rPr>
              <a:t>🌍  </a:t>
            </a:r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Carbon footprint reduction
</a:t>
            </a:r>
            <a:pPr algn="l" indent="0" marL="0">
              <a:buNone/>
            </a:pPr>
            <a:r>
              <a:rPr lang="en-US" sz="1300" dirty="0">
                <a:solidFill>
                  <a:srgbClr val="065A82"/>
                </a:solidFill>
              </a:rPr>
              <a:t>💰  </a:t>
            </a:r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Peak-tariff cost avoidance
</a:t>
            </a:r>
            <a:pPr algn="l" indent="0" marL="0">
              <a:buNone/>
            </a:pPr>
            <a:r>
              <a:rPr lang="en-US" sz="1300" dirty="0">
                <a:solidFill>
                  <a:srgbClr val="065A82"/>
                </a:solidFill>
              </a:rPr>
              <a:t>🔧  </a:t>
            </a:r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</a:rPr>
              <a:t>Faulty appliance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Description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📊  Source: UCI / Kaggle — Individual Household Electric Power Consumption 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810512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🕐  Temporal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194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35,040 readings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15-min intervals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 full year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40233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810512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⚡  Power (kW)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2194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Global active power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Voltage (V)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Current intensity (A)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0233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319272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🍳  Sub-metering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Sub1: Kitchen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Sub2: Laundry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Sub3: HVAC / Water heater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246120"/>
            <a:ext cx="402336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3319272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🔍  Quality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~1% missing values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~0.5% injected outliers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Forward-fill imputed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Architecture &amp; Working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46304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4300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05740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Smart meter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15-min readings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64792" y="18973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8528" y="1051560"/>
            <a:ext cx="146304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14300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1645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05740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Impute → Outlier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removal → Normalise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18973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02736" y="1051560"/>
            <a:ext cx="146304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05656" y="114300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5656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75888" y="1645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Eng.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75888" y="205740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Rolling stats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Lags · ToU · PCA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93208" y="18973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1051560"/>
            <a:ext cx="146304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9864" y="114300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9864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0096" y="1645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Unsupervised ML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0096" y="205740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K-Means · IsoForest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DBSCAN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57416" y="18973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31152" y="1051560"/>
            <a:ext cx="146304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34072" y="114300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34072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04304" y="1645920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Advisory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04304" y="2057400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Rules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CF7"/>
                </a:solidFill>
              </a:rPr>
              <a:t>Personalised tips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2944368"/>
            <a:ext cx="260604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29992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K-Means (k=4)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Groups 15-min intervals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into 4 usage clusters.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Elbow + Silhouette selection.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37560" y="2944368"/>
            <a:ext cx="260604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29000" y="29992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Isolation Forest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2900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Detects 2% anomalous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consumption events.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200 estimators, random partitioning.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2944368"/>
            <a:ext cx="2606040" cy="1691640"/>
          </a:xfrm>
          <a:prstGeom prst="rect">
            <a:avLst/>
          </a:prstGeom>
          <a:solidFill>
            <a:srgbClr val="025E73"/>
          </a:solidFill>
          <a:ln w="12700">
            <a:solidFill>
              <a:srgbClr val="025E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0" y="29992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DBSCAN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Density clusters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2-D PCA projection.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Auto-detects noise points.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Results, Interpretation &amp; Ethical Benefits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KEY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6217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081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4 Clusters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40817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Night / Morning / Daytime / Evening patterns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4114800" cy="6217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579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~2% Anomalies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15798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Faulty readings &amp; usage spikes detected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71216"/>
            <a:ext cx="4114800" cy="6217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077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~780 kWh/yr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907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Potential peak-shift energy savings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4114800" cy="6217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3 Sub-meters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Kitchen · Laundry · HVAC breakdown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ETHICAL &amp; SOCIETAL BENEFITS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3931920" cy="6217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40817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🔒 Privacy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40817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On-device processing; GDPR-compliant data handling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121408"/>
            <a:ext cx="3931920" cy="6217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15798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⚖️ Fairness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215798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Schedule-aware advice; no penalty for shift workers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871216"/>
            <a:ext cx="3931920" cy="6217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90779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💡 Transparency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9077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Natural-language explanations for every recommendation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621024"/>
            <a:ext cx="3931920" cy="62179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6576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🌍 Environment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657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Load-shifting reduces reliance on fossil peaker plants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Application Demo &amp; Deliverables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⚡ Sample Advisory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     : High Evening Peak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Level   : HIGH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Power: 3.84 kW  |  Time: 19:00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Alert: False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🚨 High peak-hour consumption detected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🍽️ Shift oven use to before 17:00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❄️ Pre-cool home before peak window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📺 Unplug standby entertainment devices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108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960120"/>
            <a:ext cx="31089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960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Deliverables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150876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✅  NB1</a:t>
            </a:r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</a:rPr>
              <a:t> Data Preprocessing
</a:t>
            </a:r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✅  NB2</a:t>
            </a:r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</a:rPr>
              <a:t> Feature Engineering
</a:t>
            </a:r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✅  NB3</a:t>
            </a:r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</a:rPr>
              <a:t> Unsupervised Modelling
</a:t>
            </a:r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✅  NB4</a:t>
            </a:r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</a:rPr>
              <a:t> Visualization
</a:t>
            </a:r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✅  NB5</a:t>
            </a:r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</a:rPr>
              <a:t> Interpretation + Ethics
</a:t>
            </a:r>
            <a:pPr algn="l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✅  README</a:t>
            </a:r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</a:rPr>
              <a:t> + 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Consumption Advisory Agent</dc:title>
  <dc:subject>PptxGenJS Presentation</dc:subject>
  <dc:creator>B.Tech VI Semester – CSE Section-C</dc:creator>
  <cp:lastModifiedBy>B.Tech VI Semester – CSE Section-C</cp:lastModifiedBy>
  <cp:revision>1</cp:revision>
  <dcterms:created xsi:type="dcterms:W3CDTF">2026-03-30T04:30:58Z</dcterms:created>
  <dcterms:modified xsi:type="dcterms:W3CDTF">2026-03-30T04:30:58Z</dcterms:modified>
</cp:coreProperties>
</file>